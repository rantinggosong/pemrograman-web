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57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6"/>
    <p:restoredTop sz="94708"/>
  </p:normalViewPr>
  <p:slideViewPr>
    <p:cSldViewPr snapToGrid="0">
      <p:cViewPr varScale="1">
        <p:scale>
          <a:sx n="151" d="100"/>
          <a:sy n="151" d="100"/>
        </p:scale>
        <p:origin x="5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7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1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14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6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2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24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9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28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5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0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05CA9-E042-AF42-B5E1-BC819C1BAEAB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BAB83-AC6C-2D4F-91A1-1AF79D435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5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983717-811B-780F-76D2-7B66570AFB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052"/>
          <a:stretch>
            <a:fillRect/>
          </a:stretch>
        </p:blipFill>
        <p:spPr>
          <a:xfrm>
            <a:off x="0" y="808566"/>
            <a:ext cx="9146608" cy="52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67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240C-A429-47A2-AF38-484DCC2A3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A78C1-F44C-EFC8-C544-40CB3D337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55"/>
          <a:stretch>
            <a:fillRect/>
          </a:stretch>
        </p:blipFill>
        <p:spPr>
          <a:xfrm>
            <a:off x="0" y="753533"/>
            <a:ext cx="9147405" cy="535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0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9FE1-E6C6-6FF9-DE56-C42901D06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F72E25-5BB2-B167-814A-EBD5E63FA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284"/>
            <a:ext cx="9144000" cy="538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4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D4535-0661-1F21-6808-92FB70D36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CEF9D-1A45-04DF-C80D-AAACB085B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7284"/>
            <a:ext cx="9130781" cy="537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62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8E00-899A-BA62-006D-4602E679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A39D5-C6EF-72BE-5C0C-8289FD24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284"/>
            <a:ext cx="9145162" cy="538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8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AB0F-9968-87FE-6E9B-FFF18623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1B550-9F34-1037-4D28-A2B5E6571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3984"/>
            <a:ext cx="9139567" cy="53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25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524E8-1CC3-09FC-B827-6772A1AF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827366-DCA3-190E-38F5-C2D499221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3984"/>
            <a:ext cx="9139567" cy="53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4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837F6-684A-61E2-06AE-293423AF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DDBEB-C64C-E27F-83E9-9B74462C0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3985"/>
            <a:ext cx="9125203" cy="537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8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7CCB-C9EE-7E0F-AC14-9552B5B5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913E18-A879-95F6-F2F0-B61CC748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3984"/>
            <a:ext cx="9139567" cy="53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10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5A23E-37A4-6D2B-3880-13759069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51EE7-DAA0-7E26-C3A2-A7DBA15C3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3984"/>
            <a:ext cx="9139567" cy="53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1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25F2-0A59-6ECC-04FE-DD08CD56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322239-022E-B50B-D3BF-F978DF776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3984"/>
            <a:ext cx="9139567" cy="53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09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00D23-779D-2BF4-4603-4C0D945C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3C48BB-0D50-7DB1-CE10-0A1F302F4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33984"/>
            <a:ext cx="9139567" cy="53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13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297E2-42BA-FEEE-494D-AB363E4D2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7FD8E-C7D1-D038-1761-FE303711F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985"/>
            <a:ext cx="9144000" cy="539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82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5C28-1DCB-4EE1-EFC6-AFD066C71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62CF4-4728-96F3-DEB5-82B621C62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99"/>
          <a:stretch>
            <a:fillRect/>
          </a:stretch>
        </p:blipFill>
        <p:spPr>
          <a:xfrm>
            <a:off x="0" y="787400"/>
            <a:ext cx="9150902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88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711A-3F1B-83C5-4E3E-B204AB52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42642-449C-0B2E-6D64-5EF0229C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25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5146-F594-E397-0716-13F63737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A3B68-86A7-9C47-05B0-ED1757D9E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88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53205-46ED-B73E-1517-B4CB9313F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22C61-B315-BC08-FD0C-AFC286B0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83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F593-27C7-6BA4-3E1F-C1787C52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CF3947-4058-4B99-2A00-F5CE76C08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9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D5EB-A776-6A71-D77E-8DF1FAF7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3096AD-998E-224D-C1F7-5EE68E993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35"/>
          <a:stretch>
            <a:fillRect/>
          </a:stretch>
        </p:blipFill>
        <p:spPr>
          <a:xfrm>
            <a:off x="0" y="778933"/>
            <a:ext cx="9162942" cy="530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15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A00C8-61EC-61EA-240C-CC557F29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3C5497-8ABB-D2DD-35AB-51E23E544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5233"/>
            <a:ext cx="9131300" cy="60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2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970A9-A312-F601-302B-9E8FF5AD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239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</TotalTime>
  <Words>0</Words>
  <Application>Microsoft Macintosh PowerPoint</Application>
  <PresentationFormat>On-screen Show (4:3)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eko Felix</dc:creator>
  <cp:lastModifiedBy>eko Felix</cp:lastModifiedBy>
  <cp:revision>2</cp:revision>
  <dcterms:created xsi:type="dcterms:W3CDTF">2026-09-20T17:18:38Z</dcterms:created>
  <dcterms:modified xsi:type="dcterms:W3CDTF">2026-10-01T20:45:03Z</dcterms:modified>
</cp:coreProperties>
</file>