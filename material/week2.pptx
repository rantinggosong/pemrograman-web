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106"/>
    <p:restoredTop sz="94708"/>
  </p:normalViewPr>
  <p:slideViewPr>
    <p:cSldViewPr snapToGrid="0">
      <p:cViewPr varScale="1">
        <p:scale>
          <a:sx n="151" d="100"/>
          <a:sy n="151" d="100"/>
        </p:scale>
        <p:origin x="52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F5256-CB50-D945-9B9B-15F9492774DA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32E2-4266-6549-A1DE-48DB450F1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561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F5256-CB50-D945-9B9B-15F9492774DA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32E2-4266-6549-A1DE-48DB450F1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607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F5256-CB50-D945-9B9B-15F9492774DA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32E2-4266-6549-A1DE-48DB450F1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413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F5256-CB50-D945-9B9B-15F9492774DA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32E2-4266-6549-A1DE-48DB450F1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264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F5256-CB50-D945-9B9B-15F9492774DA}" type="datetimeFigureOut">
              <a:rPr lang="en-US" smtClean="0"/>
              <a:t>9/20/26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32E2-4266-6549-A1DE-48DB450F1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497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F5256-CB50-D945-9B9B-15F9492774DA}" type="datetimeFigureOut">
              <a:rPr lang="en-US" smtClean="0"/>
              <a:t>9/20/26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32E2-4266-6549-A1DE-48DB450F1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212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F5256-CB50-D945-9B9B-15F9492774DA}" type="datetimeFigureOut">
              <a:rPr lang="en-US" smtClean="0"/>
              <a:t>9/20/26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32E2-4266-6549-A1DE-48DB450F1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535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F5256-CB50-D945-9B9B-15F9492774DA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32E2-4266-6549-A1DE-48DB450F1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676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F5256-CB50-D945-9B9B-15F9492774DA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32E2-4266-6549-A1DE-48DB450F1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388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F5256-CB50-D945-9B9B-15F9492774DA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32E2-4266-6549-A1DE-48DB450F1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35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F5256-CB50-D945-9B9B-15F9492774DA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A32E2-4266-6549-A1DE-48DB450F1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85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4F5256-CB50-D945-9B9B-15F9492774DA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A32E2-4266-6549-A1DE-48DB450F18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382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C452F83-AD55-4DE3-DDB9-E5643D7F21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1250"/>
          <a:stretch>
            <a:fillRect/>
          </a:stretch>
        </p:blipFill>
        <p:spPr>
          <a:xfrm>
            <a:off x="0" y="1028700"/>
            <a:ext cx="9144000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622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D3B11-1CB6-F563-7355-95C70CE47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15E88DD-F878-0608-E3E1-E710299B3B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917"/>
          <a:stretch>
            <a:fillRect/>
          </a:stretch>
        </p:blipFill>
        <p:spPr>
          <a:xfrm>
            <a:off x="0" y="774700"/>
            <a:ext cx="9144000" cy="530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69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D178A-B7EA-3577-F031-11692C543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CD35EA7-F4CB-99D0-A3CC-1BF3110CA4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4861"/>
          <a:stretch>
            <a:fillRect/>
          </a:stretch>
        </p:blipFill>
        <p:spPr>
          <a:xfrm>
            <a:off x="0" y="833966"/>
            <a:ext cx="9144000" cy="5190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280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05270-3601-3760-6709-3B3328575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B6FC718-6E87-D671-9BB8-D919D58EF1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972"/>
          <a:stretch>
            <a:fillRect/>
          </a:stretch>
        </p:blipFill>
        <p:spPr>
          <a:xfrm>
            <a:off x="0" y="867833"/>
            <a:ext cx="9144000" cy="5122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492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FD4E8-5207-0077-85C9-CBDA90DBD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26637BB-81AB-A9DC-0254-AA0B7AE3C8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4306"/>
          <a:stretch>
            <a:fillRect/>
          </a:stretch>
        </p:blipFill>
        <p:spPr>
          <a:xfrm>
            <a:off x="0" y="817033"/>
            <a:ext cx="9144000" cy="522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594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F2809-0529-ECA6-D043-30FB6167A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1AC300C-2E18-E16C-3927-C16F8F8ED0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4166"/>
          <a:stretch>
            <a:fillRect/>
          </a:stretch>
        </p:blipFill>
        <p:spPr>
          <a:xfrm>
            <a:off x="0" y="812800"/>
            <a:ext cx="9144000" cy="523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74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93F1D-63CF-DDB7-F565-C90F7B8DF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F76C981-DD5A-4082-9988-C6ECF7F336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849"/>
          <a:stretch>
            <a:fillRect/>
          </a:stretch>
        </p:blipFill>
        <p:spPr>
          <a:xfrm>
            <a:off x="-1776" y="863600"/>
            <a:ext cx="9145776" cy="513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475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5B6D9-AEFD-3EA6-1577-05999182A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85F702-AFB3-4CBF-2F2E-8DB156ACCF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889"/>
          <a:stretch>
            <a:fillRect/>
          </a:stretch>
        </p:blipFill>
        <p:spPr>
          <a:xfrm>
            <a:off x="0" y="804333"/>
            <a:ext cx="9144000" cy="524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310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821C7-84FC-1817-47F4-4CD748C5C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AB1D56-3CEA-72BD-9C7B-8458E40478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7320"/>
          <a:stretch>
            <a:fillRect/>
          </a:stretch>
        </p:blipFill>
        <p:spPr>
          <a:xfrm>
            <a:off x="0" y="910166"/>
            <a:ext cx="9139484" cy="503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226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333</TotalTime>
  <Words>0</Words>
  <Application>Microsoft Macintosh PowerPoint</Application>
  <PresentationFormat>On-screen Show (4:3)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eko Felix</dc:creator>
  <cp:lastModifiedBy>eko Felix</cp:lastModifiedBy>
  <cp:revision>3</cp:revision>
  <dcterms:created xsi:type="dcterms:W3CDTF">2026-09-20T11:13:56Z</dcterms:created>
  <dcterms:modified xsi:type="dcterms:W3CDTF">2026-09-20T17:01:44Z</dcterms:modified>
</cp:coreProperties>
</file>