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66" r:id="rId5"/>
    <p:sldId id="267" r:id="rId6"/>
    <p:sldId id="268" r:id="rId7"/>
    <p:sldId id="269" r:id="rId8"/>
    <p:sldId id="270" r:id="rId9"/>
    <p:sldId id="271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113"/>
    <p:restoredTop sz="94694"/>
  </p:normalViewPr>
  <p:slideViewPr>
    <p:cSldViewPr snapToGrid="0">
      <p:cViewPr varScale="1">
        <p:scale>
          <a:sx n="121" d="100"/>
          <a:sy n="121" d="100"/>
        </p:scale>
        <p:origin x="215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4ABC8-639A-5440-84FA-C6D60EA0EF56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D8F92-2CCE-F044-98CE-7C6B91A4FD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588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4ABC8-639A-5440-84FA-C6D60EA0EF56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D8F92-2CCE-F044-98CE-7C6B91A4FD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69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4ABC8-639A-5440-84FA-C6D60EA0EF56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D8F92-2CCE-F044-98CE-7C6B91A4FD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5742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4ABC8-639A-5440-84FA-C6D60EA0EF56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D8F92-2CCE-F044-98CE-7C6B91A4FD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933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4ABC8-639A-5440-84FA-C6D60EA0EF56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D8F92-2CCE-F044-98CE-7C6B91A4FD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6199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4ABC8-639A-5440-84FA-C6D60EA0EF56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D8F92-2CCE-F044-98CE-7C6B91A4FD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1982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4ABC8-639A-5440-84FA-C6D60EA0EF56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D8F92-2CCE-F044-98CE-7C6B91A4FD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7469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4ABC8-639A-5440-84FA-C6D60EA0EF56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D8F92-2CCE-F044-98CE-7C6B91A4FD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957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4ABC8-639A-5440-84FA-C6D60EA0EF56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D8F92-2CCE-F044-98CE-7C6B91A4FD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1766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4ABC8-639A-5440-84FA-C6D60EA0EF56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D8F92-2CCE-F044-98CE-7C6B91A4FD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7066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4ABC8-639A-5440-84FA-C6D60EA0EF56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D8F92-2CCE-F044-98CE-7C6B91A4FD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066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D4ABC8-639A-5440-84FA-C6D60EA0EF56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0D8F92-2CCE-F044-98CE-7C6B91A4FD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104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BE3E9E7-D323-2AFC-172D-B5F57BF631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0"/>
            <a:ext cx="9144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5408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BCA79-10ED-4313-5307-BA4B1A3FB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07FE82-5EED-28D3-2DAA-C36A586CE6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0"/>
            <a:ext cx="9144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00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18719-09C0-6424-AAE2-7D907B5FA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E096A0F-7C96-A0F1-2DD0-E02AB6501F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5233"/>
            <a:ext cx="9131300" cy="6087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4161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46359-BC18-1C80-411B-84F864CB3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FE6AF8C-141E-9175-C280-688A3A4105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3985"/>
            <a:ext cx="9149968" cy="5393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9508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E2BB6-2836-8F30-C847-83F5DE69B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9D2BFF-54B9-A6E0-D76F-B62AE382F1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3985"/>
            <a:ext cx="9149968" cy="5393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0016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4E4D6-E754-7DF8-811D-D707EB103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852D77A-BAC8-034E-A886-031FD83CD8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3985"/>
            <a:ext cx="9149968" cy="5393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9644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A361FE-DB84-2127-655F-C2848F99D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E1EA8F6-70E6-7345-9DB4-97AB2F6C27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3985"/>
            <a:ext cx="9149968" cy="5393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8326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A5B3D-C4E8-1C41-7DE8-25C8EEE63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0CFC317-A2AA-AAD3-A8B9-6AC815B0AA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8382"/>
            <a:ext cx="9140470" cy="5399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0804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87DF4-B174-7BE9-7546-41791E762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86E86B0-EEF8-FC23-1B32-049D8F715B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8382"/>
            <a:ext cx="9140470" cy="5399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1601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09D53-42D7-1D7C-F141-24C4BCA12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30C6295-A78B-4B65-A83A-C8A426C811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0"/>
            <a:ext cx="9144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2678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F33A6-66A0-4264-6DA6-F12C12F31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A1803DC-43E5-E356-EF2D-453E7B2317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0"/>
            <a:ext cx="9144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12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47730A-4EB9-1EA5-6382-8DD67D945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1BA3057-7C35-D1C7-E882-B1678A0228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0"/>
            <a:ext cx="9144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6616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C93A6-1CF0-5D08-33A6-E1018060D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BB746B-99C5-8CF8-FC4A-93EAA87195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0"/>
            <a:ext cx="9144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4707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2A21FF-D952-EFE8-4ED6-A47AD02C9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718CC7F-DDE4-5BB2-E42F-C32FFDFE08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0"/>
            <a:ext cx="9144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7389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6F34BB-CEB4-AC8C-7FDF-7760800DF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593DDC9-7FB2-6B7D-4BEE-6AB8D67C7B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0"/>
            <a:ext cx="9144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3621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78020-29D1-90B5-FBC2-E3E4C3EC7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875337E-6A53-7A7C-FFE5-B7868ED4E2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0"/>
            <a:ext cx="9144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9668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36</TotalTime>
  <Words>0</Words>
  <Application>Microsoft Macintosh PowerPoint</Application>
  <PresentationFormat>On-screen Show (4:3)</PresentationFormat>
  <Paragraphs>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eko Felix</dc:creator>
  <cp:lastModifiedBy>eko Felix</cp:lastModifiedBy>
  <cp:revision>3</cp:revision>
  <dcterms:created xsi:type="dcterms:W3CDTF">2026-09-20T17:35:47Z</dcterms:created>
  <dcterms:modified xsi:type="dcterms:W3CDTF">2026-10-12T08:05:28Z</dcterms:modified>
</cp:coreProperties>
</file>