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0" r:id="rId5"/>
    <p:sldId id="266" r:id="rId6"/>
    <p:sldId id="267" r:id="rId7"/>
    <p:sldId id="26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52"/>
    <p:restoredTop sz="94694"/>
  </p:normalViewPr>
  <p:slideViewPr>
    <p:cSldViewPr snapToGrid="0">
      <p:cViewPr varScale="1">
        <p:scale>
          <a:sx n="121" d="100"/>
          <a:sy n="121" d="100"/>
        </p:scale>
        <p:origin x="1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3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8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8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4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5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0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7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1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2A0A1-1AA9-F14C-8E58-34DD34197F5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CC5A-C447-BA48-B5D1-A7FDB0532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1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CE2861-4DEB-DA29-A755-4E52128C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6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E6AA5-5F91-064F-6923-5DBB83B0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5F4A7-0804-06A9-C6C9-5AF9DA144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2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8B70-FCA1-D76C-AEE3-4B03D235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474CF-5896-B6BB-E9DC-2224C4AC0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7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73B2-8419-00F8-60FC-5B54CD92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A619F-6B7E-CCFB-DB04-B7661E64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0470" cy="5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9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37802-94D9-356D-3561-4B57CCAC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B57F34-504E-FA61-2FDA-8A5C4BFC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0470" cy="5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0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547B-40A0-F911-753A-57B2B8B5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55A02-29CB-35D7-64EA-0A8FC170F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0470" cy="5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01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ECF95-9B0F-C41D-4753-2F7967C7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10A59-ECBB-FEFB-D280-6BE29C96C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0470" cy="5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7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A6CC-CD33-E6B6-F854-6CB7BAC7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43F30-E7D4-45DF-1B48-8D159E737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4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6BC9-8E4B-A64C-383A-D258263B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27AEB6-2BE7-32EA-F75E-4C96D9D0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2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86E9-6CE3-D7AD-CC8C-B0463BE3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0C821-3A2F-8EC4-F7E6-362DE8FA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61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68DD8-31A9-3A9A-7C9A-38FF62AC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28A03-0ADE-F98B-0CC2-991DCCBC4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7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1673-F371-3E8E-D651-7DEC4D45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09834-4622-6EA1-9586-81852090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81000"/>
            <a:ext cx="9144001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7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A1DA-63A5-5298-129A-E8745635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E7910-DC13-91E1-29F4-94271730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74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8512-3434-D192-E787-36FA7961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FBA42-0483-6AB3-1E82-A3AF882B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5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0</Words>
  <Application>Microsoft Macintosh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eko Felix</dc:creator>
  <cp:lastModifiedBy>eko Felix</cp:lastModifiedBy>
  <cp:revision>2</cp:revision>
  <dcterms:created xsi:type="dcterms:W3CDTF">2026-09-20T18:16:01Z</dcterms:created>
  <dcterms:modified xsi:type="dcterms:W3CDTF">2026-10-01T21:52:47Z</dcterms:modified>
</cp:coreProperties>
</file>