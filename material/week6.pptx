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06"/>
    <p:restoredTop sz="94708"/>
  </p:normalViewPr>
  <p:slideViewPr>
    <p:cSldViewPr snapToGrid="0">
      <p:cViewPr varScale="1">
        <p:scale>
          <a:sx n="151" d="100"/>
          <a:sy n="151" d="100"/>
        </p:scale>
        <p:origin x="52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3AFAB-11D1-4C48-B81D-718D9DDA4BFB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79BB-3856-2E47-A640-2C6D89143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237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3AFAB-11D1-4C48-B81D-718D9DDA4BFB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79BB-3856-2E47-A640-2C6D89143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186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3AFAB-11D1-4C48-B81D-718D9DDA4BFB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79BB-3856-2E47-A640-2C6D89143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427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3AFAB-11D1-4C48-B81D-718D9DDA4BFB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79BB-3856-2E47-A640-2C6D89143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324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3AFAB-11D1-4C48-B81D-718D9DDA4BFB}" type="datetimeFigureOut">
              <a:rPr lang="en-US" smtClean="0"/>
              <a:t>10/2/26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79BB-3856-2E47-A640-2C6D89143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18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3AFAB-11D1-4C48-B81D-718D9DDA4BFB}" type="datetimeFigureOut">
              <a:rPr lang="en-US" smtClean="0"/>
              <a:t>10/2/26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79BB-3856-2E47-A640-2C6D89143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57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3AFAB-11D1-4C48-B81D-718D9DDA4BFB}" type="datetimeFigureOut">
              <a:rPr lang="en-US" smtClean="0"/>
              <a:t>10/2/26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79BB-3856-2E47-A640-2C6D89143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327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3AFAB-11D1-4C48-B81D-718D9DDA4BFB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79BB-3856-2E47-A640-2C6D89143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076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3AFAB-11D1-4C48-B81D-718D9DDA4BFB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79BB-3856-2E47-A640-2C6D89143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6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3AFAB-11D1-4C48-B81D-718D9DDA4BFB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79BB-3856-2E47-A640-2C6D89143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57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3AFAB-11D1-4C48-B81D-718D9DDA4BFB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79BB-3856-2E47-A640-2C6D89143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156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3AFAB-11D1-4C48-B81D-718D9DDA4BFB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A79BB-3856-2E47-A640-2C6D89143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44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E0D644-32CF-F0C4-D2B0-811CF1BDB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272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A3817-75D4-185C-22F0-314702EFA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04772B-3C5F-E008-5481-83EDF01E5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953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AEC5D-5AF8-3136-B549-205C9ACB9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6D23C3-DC7E-F097-9EC7-1FBEC44F8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667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5849F-0223-80EF-FB46-F721EA9E2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844A2D-D19B-83A5-ECF5-A5CADCCCB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692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61B7D-0F24-DFD4-F287-E3D29C11D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3722E6-A497-1FBD-AEC1-AD6467F8E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8382"/>
            <a:ext cx="9144000" cy="5401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275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7C0D9-CF9E-6BB4-BE0A-05184BDA4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116AED-651D-A20E-2AC1-E7DB3A4C3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251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3B476-A3FE-4626-925E-0DB254051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933FA1-25D1-5142-4F19-C78199FDA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077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939FC-7905-1E94-1B44-52552545C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E0B032-CA55-971E-33EF-B10385597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97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908DF-C363-C703-B5DA-AAED87164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B7D3C8-6F37-62CA-508F-1E389338A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5233"/>
            <a:ext cx="9131300" cy="608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152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E5F07-4D3E-2635-2A8E-EF11C3FFF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590F63-D8B7-29E9-925F-1FAF1DDC4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018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0F86C-4E75-B2D5-A297-3E0B106B0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45EC69-70B5-D8EB-0875-889314A99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02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05991-0964-BF7B-D936-C0AA5DE8A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1B447D-42C1-ADE1-613C-B21DF5939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733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68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</TotalTime>
  <Words>0</Words>
  <Application>Microsoft Macintosh PowerPoint</Application>
  <PresentationFormat>On-screen Show (4:3)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eko Felix</dc:creator>
  <cp:lastModifiedBy>eko Felix</cp:lastModifiedBy>
  <cp:revision>3</cp:revision>
  <dcterms:created xsi:type="dcterms:W3CDTF">2026-09-20T17:58:27Z</dcterms:created>
  <dcterms:modified xsi:type="dcterms:W3CDTF">2026-10-01T21:31:34Z</dcterms:modified>
</cp:coreProperties>
</file>