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5"/>
    <p:restoredTop sz="94716"/>
  </p:normalViewPr>
  <p:slideViewPr>
    <p:cSldViewPr snapToGrid="0">
      <p:cViewPr varScale="1">
        <p:scale>
          <a:sx n="128" d="100"/>
          <a:sy n="128" d="100"/>
        </p:scale>
        <p:origin x="1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37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7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29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9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1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7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45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4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3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69B65-7B28-3145-8128-A8C74D2F10FB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9359F-1028-AD47-BA58-252FFC08B0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722B3C-74AC-D50A-038E-0E41A7D23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379"/>
          <a:stretch>
            <a:fillRect/>
          </a:stretch>
        </p:blipFill>
        <p:spPr>
          <a:xfrm>
            <a:off x="0" y="821266"/>
            <a:ext cx="9137021" cy="52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69A4CD-3E8D-2D73-3A6A-8D97A82BA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55"/>
          <a:stretch>
            <a:fillRect/>
          </a:stretch>
        </p:blipFill>
        <p:spPr>
          <a:xfrm>
            <a:off x="0" y="753533"/>
            <a:ext cx="9147405" cy="535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22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C99CB-FAC4-08FA-30A8-D24118C6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762A5-994A-43B3-1B07-C5D13B99A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91" y="777190"/>
            <a:ext cx="9150691" cy="53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0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4A9D-2C68-5207-A99C-99F22CE3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09130-C5AF-0BE1-DE59-845510314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2160"/>
            <a:ext cx="9133542" cy="529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1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804E-13FE-0408-52C1-6CDA91F1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A071A-8348-1190-6E3A-161668F49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91" y="777190"/>
            <a:ext cx="9150691" cy="53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9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E262F-74FC-66F0-5808-CB47CF1C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53AEB-BD80-002C-6F31-C61EF3BF8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190"/>
            <a:ext cx="9150691" cy="53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5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6AC3E-DD63-CA5E-2B82-DFDC4AFA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ED179-84EF-F939-384F-BBD04E94C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73573"/>
            <a:ext cx="9141111" cy="530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1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C1261-ED54-7B2D-09B8-DFB2653D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89660-707A-DEA3-4AF0-A3316875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999"/>
            <a:ext cx="9148970" cy="609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58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1BFE-A05A-691D-C649-5E98EF3B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6B9760-6AC3-39CE-23EA-1558E5E8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35"/>
          <a:stretch>
            <a:fillRect/>
          </a:stretch>
        </p:blipFill>
        <p:spPr>
          <a:xfrm>
            <a:off x="0" y="783166"/>
            <a:ext cx="9148306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9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E53EA-EFFB-892B-DF3A-B107A730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513F19-A4D3-E2E4-29DE-E3047A1EA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3002"/>
            <a:ext cx="9140403" cy="524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6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998B-8E54-B18C-56E6-16CA4D102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F10AFF-FEC6-84E5-716F-09DBDAC7EC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909"/>
          <a:stretch>
            <a:fillRect/>
          </a:stretch>
        </p:blipFill>
        <p:spPr>
          <a:xfrm>
            <a:off x="0" y="774700"/>
            <a:ext cx="9143143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84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8C43-D396-B30F-FCFA-34C82D8A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865C4-D8B4-A01A-7023-4E98840BD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928"/>
          <a:stretch>
            <a:fillRect/>
          </a:stretch>
        </p:blipFill>
        <p:spPr>
          <a:xfrm>
            <a:off x="1695" y="745066"/>
            <a:ext cx="9142305" cy="536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521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7916B-8D36-61ED-E298-F6B50056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1062E-91D6-0E4B-5FC3-8D94CCDBF4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194"/>
          <a:stretch>
            <a:fillRect/>
          </a:stretch>
        </p:blipFill>
        <p:spPr>
          <a:xfrm>
            <a:off x="0" y="783166"/>
            <a:ext cx="9144000" cy="5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1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DDC35-02D4-57A1-01CC-4C7CA634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52CBB-646C-99DF-1B02-7AC2A6A43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99"/>
          <a:stretch>
            <a:fillRect/>
          </a:stretch>
        </p:blipFill>
        <p:spPr>
          <a:xfrm>
            <a:off x="-6902" y="787400"/>
            <a:ext cx="9150902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3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0EB2-CCAA-AEA0-E4B9-5013D972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568D5-CFA5-780A-B2C0-51DDE3220B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726"/>
          <a:stretch>
            <a:fillRect/>
          </a:stretch>
        </p:blipFill>
        <p:spPr>
          <a:xfrm>
            <a:off x="0" y="800100"/>
            <a:ext cx="914140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40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271</TotalTime>
  <Words>0</Words>
  <Application>Microsoft Macintosh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eko Felix</dc:creator>
  <cp:lastModifiedBy>eko Felix</cp:lastModifiedBy>
  <cp:revision>6</cp:revision>
  <dcterms:created xsi:type="dcterms:W3CDTF">2026-09-20T14:04:48Z</dcterms:created>
  <dcterms:modified xsi:type="dcterms:W3CDTF">2026-09-28T04:16:42Z</dcterms:modified>
</cp:coreProperties>
</file>